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70" r:id="rId7"/>
    <p:sldId id="262" r:id="rId8"/>
    <p:sldId id="269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484966"/>
            <a:ext cx="7772400" cy="1470025"/>
          </a:xfrm>
        </p:spPr>
        <p:txBody>
          <a:bodyPr>
            <a:normAutofit fontScale="90000"/>
          </a:bodyPr>
          <a:lstStyle/>
          <a:p>
            <a:r>
              <a:rPr dirty="0"/>
              <a:t>Understanding Distributed Cloud Computing, Edge Computing, Containers, Docker, Kubernetes, and DevOps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903010"/>
            <a:ext cx="6400800" cy="1752600"/>
          </a:xfrm>
        </p:spPr>
        <p:txBody>
          <a:bodyPr/>
          <a:lstStyle/>
          <a:p>
            <a:r>
              <a:rPr lang="en-IN" dirty="0"/>
              <a:t>Aditya </a:t>
            </a:r>
            <a:r>
              <a:rPr lang="en-IN" dirty="0" err="1"/>
              <a:t>Thombre</a:t>
            </a:r>
            <a:endParaRPr lang="en-IN" dirty="0"/>
          </a:p>
          <a:p>
            <a:r>
              <a:rPr lang="en-IN" dirty="0"/>
              <a:t>Roll No. 04</a:t>
            </a:r>
          </a:p>
          <a:p>
            <a:r>
              <a:rPr lang="en-IN" sz="1800" dirty="0"/>
              <a:t>CSE 6</a:t>
            </a:r>
            <a:r>
              <a:rPr lang="en-IN" sz="1800" baseline="30000" dirty="0"/>
              <a:t>th</a:t>
            </a:r>
            <a:r>
              <a:rPr lang="en-IN" sz="1800" dirty="0"/>
              <a:t> SEM</a:t>
            </a:r>
            <a:endParaRPr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What is Distributed Cloud Computing?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- Definition: A model where cloud services are distributed across different physical locations while remaining centrally managed.</a:t>
            </a:r>
          </a:p>
          <a:p>
            <a:r>
              <a:t>- Key Benefits:</a:t>
            </a:r>
          </a:p>
          <a:p>
            <a:r>
              <a:t>  • Enhanced scalability</a:t>
            </a:r>
          </a:p>
          <a:p>
            <a:r>
              <a:t>  • Improved performance and latency</a:t>
            </a:r>
          </a:p>
          <a:p>
            <a:r>
              <a:t>  • Regulatory compliance</a:t>
            </a:r>
          </a:p>
          <a:p>
            <a:r>
              <a:t>- Use Cases: Multi-cloud strategies, disaster recovery, global applications.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Edge Computing?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- Definition: A computing paradigm that brings computation and data storage closer to the location where it is needed.</a:t>
            </a:r>
          </a:p>
          <a:p>
            <a:r>
              <a:t>- Key Benefits:</a:t>
            </a:r>
          </a:p>
          <a:p>
            <a:r>
              <a:t>  • Reduced latency</a:t>
            </a:r>
          </a:p>
          <a:p>
            <a:r>
              <a:t>  • Lower bandwidth costs</a:t>
            </a:r>
          </a:p>
          <a:p>
            <a:r>
              <a:t>  • Real-time processing</a:t>
            </a:r>
          </a:p>
          <a:p>
            <a:r>
              <a:t>- Use Cases: IoT, autonomous vehicles, industrial automation.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Distributed Cloud vs Edge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Distributed Cloud: Centralized management, scalable, used for multi-cloud services.</a:t>
            </a:r>
          </a:p>
          <a:p>
            <a:r>
              <a:t>- Edge Computing: Decentralized, ultra-low latency, used for real-time processing.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Containers?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Lightweight, portable, and isolated units that run applications and their dependencies.</a:t>
            </a:r>
          </a:p>
          <a:p>
            <a:r>
              <a:t>- Key Benefits:</a:t>
            </a:r>
          </a:p>
          <a:p>
            <a:r>
              <a:t>  • Consistency across environments</a:t>
            </a:r>
          </a:p>
          <a:p>
            <a:r>
              <a:t>  • Faster deployment</a:t>
            </a:r>
          </a:p>
          <a:p>
            <a:r>
              <a:t>  • Scalability.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72E2D-10A2-4334-A0ED-0F61A4ED6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CONTAINERS </a:t>
            </a:r>
          </a:p>
        </p:txBody>
      </p:sp>
      <p:pic>
        <p:nvPicPr>
          <p:cNvPr id="2050" name="Picture 2" descr="What is a Container? | Docker">
            <a:extLst>
              <a:ext uri="{FF2B5EF4-FFF2-40B4-BE49-F238E27FC236}">
                <a16:creationId xmlns:a16="http://schemas.microsoft.com/office/drawing/2014/main" id="{302101A0-6250-432D-B63D-D8DB8ABFAC0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180312"/>
            <a:ext cx="8229600" cy="3365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ow Shipping Containers Are Made: Step by Step Process">
            <a:extLst>
              <a:ext uri="{FF2B5EF4-FFF2-40B4-BE49-F238E27FC236}">
                <a16:creationId xmlns:a16="http://schemas.microsoft.com/office/drawing/2014/main" id="{9E30872C-82D9-4313-9CEA-BE60A16DAC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7718" y="370302"/>
            <a:ext cx="1676400" cy="1119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9089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 platform for creating, deploying, and running applications in containers.</a:t>
            </a:r>
          </a:p>
          <a:p>
            <a:r>
              <a:t>- Why Docker?</a:t>
            </a:r>
          </a:p>
          <a:p>
            <a:r>
              <a:t>  • Easy to set up and use</a:t>
            </a:r>
          </a:p>
          <a:p>
            <a:r>
              <a:t>  • Environment consistency</a:t>
            </a:r>
          </a:p>
          <a:p>
            <a:r>
              <a:t>  • Efficient resource utilization.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A3690-C41A-4E44-9BCF-E03A2CF90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WORKING OF DOCKER</a:t>
            </a:r>
          </a:p>
        </p:txBody>
      </p:sp>
      <p:pic>
        <p:nvPicPr>
          <p:cNvPr id="1026" name="Picture 2" descr="What is Docker: Quick Applications Development with Containers">
            <a:extLst>
              <a:ext uri="{FF2B5EF4-FFF2-40B4-BE49-F238E27FC236}">
                <a16:creationId xmlns:a16="http://schemas.microsoft.com/office/drawing/2014/main" id="{AFAEB633-2D84-43A4-A8F5-E7D7D8ECC20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505" y="1907416"/>
            <a:ext cx="8120989" cy="3598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2141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Kubernetes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Open-source container orchestration platform for managing, scaling, and deploying containers.</a:t>
            </a:r>
          </a:p>
          <a:p>
            <a:r>
              <a:t>- Key Features:</a:t>
            </a:r>
          </a:p>
          <a:p>
            <a:r>
              <a:t>  • Automated scaling</a:t>
            </a:r>
          </a:p>
          <a:p>
            <a:r>
              <a:t>  • Self-healing capabilities</a:t>
            </a:r>
          </a:p>
          <a:p>
            <a:r>
              <a:t>  • Load balancing.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t>Docker vs Kubernetes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>
            <a:normAutofit/>
          </a:bodyPr>
          <a:lstStyle/>
          <a:p>
            <a:r>
              <a:rPr sz="2400" dirty="0"/>
              <a:t>- Docker: Containerization, limited scalability, manual deployment.</a:t>
            </a:r>
          </a:p>
          <a:p>
            <a:r>
              <a:rPr sz="2400" dirty="0"/>
              <a:t>- Kubernetes: Orchestration, highly scalable, automated deployment.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E59E98-2656-46DB-9721-5127C417D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864" y="2822139"/>
            <a:ext cx="7323283" cy="338143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DevOps?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 combination of practices and tools integrating software development and IT operations.</a:t>
            </a:r>
          </a:p>
          <a:p>
            <a:r>
              <a:t>- Core Principles:</a:t>
            </a:r>
          </a:p>
          <a:p>
            <a:r>
              <a:t>  • Collaboration</a:t>
            </a:r>
          </a:p>
          <a:p>
            <a:r>
              <a:t>  • Automation</a:t>
            </a:r>
          </a:p>
          <a:p>
            <a:r>
              <a:t>  • Continuous integration and deployment (CI/CD).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DevOps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1. Plan: Define requirements and project scope.</a:t>
            </a:r>
          </a:p>
          <a:p>
            <a:r>
              <a:t>2. Develop: Write and test code collaboratively.</a:t>
            </a:r>
          </a:p>
          <a:p>
            <a:r>
              <a:t>3. Build: Package applications using CI/CD pipelines.</a:t>
            </a:r>
          </a:p>
          <a:p>
            <a:r>
              <a:t>4. Test: Automated and manual testing.</a:t>
            </a:r>
          </a:p>
          <a:p>
            <a:r>
              <a:t>5. Release &amp; Deploy: Controlled application deployment.</a:t>
            </a:r>
          </a:p>
          <a:p>
            <a:r>
              <a:t>6. Operate &amp; Monitor: Continuous monitoring and improvement.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Distributed Cloud vs Edge Computing: Centralized vs decentralized.</a:t>
            </a:r>
          </a:p>
          <a:p>
            <a:r>
              <a:t>- Containers &amp; Docker: Lightweight application deployment.</a:t>
            </a:r>
          </a:p>
          <a:p>
            <a:r>
              <a:t>- Kubernetes: Container orchestration.</a:t>
            </a:r>
          </a:p>
          <a:p>
            <a:r>
              <a:t>- DevOps: Streamlined software development and deployment.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5488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IN" sz="8000" dirty="0"/>
              <a:t>THANK YOU</a:t>
            </a:r>
            <a:endParaRPr sz="8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56155"/>
            <a:ext cx="8229600" cy="2074116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/>
              <a:t>RN. 04</a:t>
            </a:r>
            <a:endParaRPr dirty="0"/>
          </a:p>
        </p:txBody>
      </p:sp>
      <p:pic>
        <p:nvPicPr>
          <p:cNvPr id="4098" name="Picture 2" descr="Kubernetes Resources Monitoring ...">
            <a:extLst>
              <a:ext uri="{FF2B5EF4-FFF2-40B4-BE49-F238E27FC236}">
                <a16:creationId xmlns:a16="http://schemas.microsoft.com/office/drawing/2014/main" id="{62DB2027-7229-412D-85E4-6A27EA522F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9740" y="158221"/>
            <a:ext cx="1993727" cy="1120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Python alternative to Docker · Matt Layman">
            <a:extLst>
              <a:ext uri="{FF2B5EF4-FFF2-40B4-BE49-F238E27FC236}">
                <a16:creationId xmlns:a16="http://schemas.microsoft.com/office/drawing/2014/main" id="{910FB7FB-1788-4157-96DE-6341781DCB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533" y="180481"/>
            <a:ext cx="1761606" cy="1174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DevOps">
            <a:extLst>
              <a:ext uri="{FF2B5EF4-FFF2-40B4-BE49-F238E27FC236}">
                <a16:creationId xmlns:a16="http://schemas.microsoft.com/office/drawing/2014/main" id="{77192B40-D15E-4F13-8EA5-22703DD706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8494" y="2997237"/>
            <a:ext cx="6347012" cy="3266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449</Words>
  <Application>Microsoft Office PowerPoint</Application>
  <PresentationFormat>On-screen Show (4:3)</PresentationFormat>
  <Paragraphs>64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Understanding Distributed Cloud Computing, Edge Computing, Containers, Docker, Kubernetes, and DevOps</vt:lpstr>
      <vt:lpstr>What is Distributed Cloud Computing?</vt:lpstr>
      <vt:lpstr>What is Edge Computing?</vt:lpstr>
      <vt:lpstr>Distributed Cloud vs Edge Computing</vt:lpstr>
      <vt:lpstr>What are Containers?</vt:lpstr>
      <vt:lpstr>CONTAINERS </vt:lpstr>
      <vt:lpstr>Docker Overview</vt:lpstr>
      <vt:lpstr>WORKING OF DOCKER</vt:lpstr>
      <vt:lpstr>Kubernetes Overview</vt:lpstr>
      <vt:lpstr>Docker vs Kubernetes</vt:lpstr>
      <vt:lpstr>What is DevOps?</vt:lpstr>
      <vt:lpstr>DevOps Lifecycle</vt:lpstr>
      <vt:lpstr>Summary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Distributed Cloud Computing, Edge Computing, Containers, Docker, Kubernetes, and DevOps</dc:title>
  <dc:subject/>
  <dc:creator/>
  <cp:keywords/>
  <dc:description>generated using python-pptx</dc:description>
  <cp:lastModifiedBy>Aditya</cp:lastModifiedBy>
  <cp:revision>3</cp:revision>
  <dcterms:created xsi:type="dcterms:W3CDTF">2013-01-27T09:14:16Z</dcterms:created>
  <dcterms:modified xsi:type="dcterms:W3CDTF">2025-03-18T05:33:14Z</dcterms:modified>
  <cp:category/>
</cp:coreProperties>
</file>